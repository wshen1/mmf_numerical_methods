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2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9" r:id="rId5"/>
    <p:sldId id="380" r:id="rId6"/>
    <p:sldId id="382" r:id="rId7"/>
    <p:sldId id="373" r:id="rId8"/>
    <p:sldId id="377" r:id="rId9"/>
    <p:sldId id="38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3" userDrawn="1">
          <p15:clr>
            <a:srgbClr val="A4A3A4"/>
          </p15:clr>
        </p15:guide>
        <p15:guide id="2" pos="2835" userDrawn="1">
          <p15:clr>
            <a:srgbClr val="A4A3A4"/>
          </p15:clr>
        </p15:guide>
        <p15:guide id="3" pos="2880" userDrawn="1">
          <p15:clr>
            <a:srgbClr val="A4A3A4"/>
          </p15:clr>
        </p15:guide>
        <p15:guide id="4" pos="5602" userDrawn="1">
          <p15:clr>
            <a:srgbClr val="A4A3A4"/>
          </p15:clr>
        </p15:guide>
        <p15:guide id="5" pos="158" userDrawn="1">
          <p15:clr>
            <a:srgbClr val="A4A3A4"/>
          </p15:clr>
        </p15:guide>
        <p15:guide id="6" pos="2925" userDrawn="1">
          <p15:clr>
            <a:srgbClr val="A4A3A4"/>
          </p15:clr>
        </p15:guide>
        <p15:guide id="7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62958"/>
    <a:srgbClr val="05212B"/>
    <a:srgbClr val="2F4058"/>
    <a:srgbClr val="00263D"/>
    <a:srgbClr val="FF9400"/>
    <a:srgbClr val="FFFFFF"/>
    <a:srgbClr val="4472C4"/>
    <a:srgbClr val="2A3C38"/>
    <a:srgbClr val="A0C7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5371EB-E8E6-41E1-9A16-1EC085C0667D}" v="15" dt="2025-12-11T01:15:09.9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 autoAdjust="0"/>
  </p:normalViewPr>
  <p:slideViewPr>
    <p:cSldViewPr snapToGrid="0" showGuides="1">
      <p:cViewPr varScale="1">
        <p:scale>
          <a:sx n="105" d="100"/>
          <a:sy n="105" d="100"/>
        </p:scale>
        <p:origin x="1090" y="69"/>
      </p:cViewPr>
      <p:guideLst>
        <p:guide orient="horz" pos="913"/>
        <p:guide pos="2835"/>
        <p:guide pos="2880"/>
        <p:guide pos="5602"/>
        <p:guide pos="158"/>
        <p:guide pos="2925"/>
        <p:guide orient="horz" pos="2160"/>
      </p:guideLst>
    </p:cSldViewPr>
  </p:slideViewPr>
  <p:outlineViewPr>
    <p:cViewPr>
      <p:scale>
        <a:sx n="33" d="100"/>
        <a:sy n="33" d="100"/>
      </p:scale>
      <p:origin x="0" y="-105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4632" y="10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ly Shen" userId="61923391-f666-4580-bbd5-93cbc2473fbf" providerId="ADAL" clId="{B2B18F32-37B1-4111-A3EE-C6D171163679}"/>
    <pc:docChg chg="undo custSel addSld delSld modSld">
      <pc:chgData name="Kelly Shen" userId="61923391-f666-4580-bbd5-93cbc2473fbf" providerId="ADAL" clId="{B2B18F32-37B1-4111-A3EE-C6D171163679}" dt="2025-12-11T01:15:12.384" v="2369" actId="1076"/>
      <pc:docMkLst>
        <pc:docMk/>
      </pc:docMkLst>
      <pc:sldChg chg="modSp mod">
        <pc:chgData name="Kelly Shen" userId="61923391-f666-4580-bbd5-93cbc2473fbf" providerId="ADAL" clId="{B2B18F32-37B1-4111-A3EE-C6D171163679}" dt="2025-12-11T00:33:52.679" v="1240" actId="20577"/>
        <pc:sldMkLst>
          <pc:docMk/>
          <pc:sldMk cId="0" sldId="259"/>
        </pc:sldMkLst>
        <pc:spChg chg="mod">
          <ac:chgData name="Kelly Shen" userId="61923391-f666-4580-bbd5-93cbc2473fbf" providerId="ADAL" clId="{B2B18F32-37B1-4111-A3EE-C6D171163679}" dt="2025-12-11T00:33:31.194" v="1217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Kelly Shen" userId="61923391-f666-4580-bbd5-93cbc2473fbf" providerId="ADAL" clId="{B2B18F32-37B1-4111-A3EE-C6D171163679}" dt="2025-12-11T00:33:52.679" v="1240" actId="20577"/>
          <ac:spMkLst>
            <pc:docMk/>
            <pc:sldMk cId="0" sldId="259"/>
            <ac:spMk id="4" creationId="{00000000-0000-0000-0000-000000000000}"/>
          </ac:spMkLst>
        </pc:spChg>
      </pc:sldChg>
      <pc:sldChg chg="addSp delSp modSp mod">
        <pc:chgData name="Kelly Shen" userId="61923391-f666-4580-bbd5-93cbc2473fbf" providerId="ADAL" clId="{B2B18F32-37B1-4111-A3EE-C6D171163679}" dt="2025-12-11T01:15:12.384" v="2369" actId="1076"/>
        <pc:sldMkLst>
          <pc:docMk/>
          <pc:sldMk cId="2420111496" sldId="377"/>
        </pc:sldMkLst>
        <pc:spChg chg="del mod">
          <ac:chgData name="Kelly Shen" userId="61923391-f666-4580-bbd5-93cbc2473fbf" providerId="ADAL" clId="{B2B18F32-37B1-4111-A3EE-C6D171163679}" dt="2025-12-11T00:33:10.879" v="1206" actId="478"/>
          <ac:spMkLst>
            <pc:docMk/>
            <pc:sldMk cId="2420111496" sldId="377"/>
            <ac:spMk id="2" creationId="{8AC8ACA0-BA2F-B01B-74A3-AF13A3D5765F}"/>
          </ac:spMkLst>
        </pc:spChg>
        <pc:spChg chg="add del mod">
          <ac:chgData name="Kelly Shen" userId="61923391-f666-4580-bbd5-93cbc2473fbf" providerId="ADAL" clId="{B2B18F32-37B1-4111-A3EE-C6D171163679}" dt="2025-12-11T01:04:47.134" v="2262"/>
          <ac:spMkLst>
            <pc:docMk/>
            <pc:sldMk cId="2420111496" sldId="377"/>
            <ac:spMk id="4" creationId="{4FE93288-5EF9-C00D-4D17-EC5DC716C426}"/>
          </ac:spMkLst>
        </pc:spChg>
        <pc:spChg chg="add del mod">
          <ac:chgData name="Kelly Shen" userId="61923391-f666-4580-bbd5-93cbc2473fbf" providerId="ADAL" clId="{B2B18F32-37B1-4111-A3EE-C6D171163679}" dt="2025-12-11T01:15:09.977" v="2368"/>
          <ac:spMkLst>
            <pc:docMk/>
            <pc:sldMk cId="2420111496" sldId="377"/>
            <ac:spMk id="5" creationId="{70129D00-DD9E-E92E-C6CA-0FC70F200F00}"/>
          </ac:spMkLst>
        </pc:spChg>
        <pc:spChg chg="mod">
          <ac:chgData name="Kelly Shen" userId="61923391-f666-4580-bbd5-93cbc2473fbf" providerId="ADAL" clId="{B2B18F32-37B1-4111-A3EE-C6D171163679}" dt="2025-12-11T00:33:06.170" v="1204" actId="20577"/>
          <ac:spMkLst>
            <pc:docMk/>
            <pc:sldMk cId="2420111496" sldId="377"/>
            <ac:spMk id="12" creationId="{566F224F-3A51-9204-D53C-DBECAB8F99FA}"/>
          </ac:spMkLst>
        </pc:spChg>
        <pc:graphicFrameChg chg="add del mod">
          <ac:chgData name="Kelly Shen" userId="61923391-f666-4580-bbd5-93cbc2473fbf" providerId="ADAL" clId="{B2B18F32-37B1-4111-A3EE-C6D171163679}" dt="2025-12-11T01:14:44.295" v="2367" actId="478"/>
          <ac:graphicFrameMkLst>
            <pc:docMk/>
            <pc:sldMk cId="2420111496" sldId="377"/>
            <ac:graphicFrameMk id="2" creationId="{23F1CA98-031F-D3D3-3F64-391C31776B14}"/>
          </ac:graphicFrameMkLst>
        </pc:graphicFrameChg>
        <pc:graphicFrameChg chg="add mod">
          <ac:chgData name="Kelly Shen" userId="61923391-f666-4580-bbd5-93cbc2473fbf" providerId="ADAL" clId="{B2B18F32-37B1-4111-A3EE-C6D171163679}" dt="2025-12-11T01:15:12.384" v="2369" actId="1076"/>
          <ac:graphicFrameMkLst>
            <pc:docMk/>
            <pc:sldMk cId="2420111496" sldId="377"/>
            <ac:graphicFrameMk id="6" creationId="{8F6C9D42-C031-7468-BF70-F705CA7AB5DF}"/>
          </ac:graphicFrameMkLst>
        </pc:graphicFrameChg>
        <pc:picChg chg="del">
          <ac:chgData name="Kelly Shen" userId="61923391-f666-4580-bbd5-93cbc2473fbf" providerId="ADAL" clId="{B2B18F32-37B1-4111-A3EE-C6D171163679}" dt="2025-12-11T00:32:54.506" v="1180" actId="478"/>
          <ac:picMkLst>
            <pc:docMk/>
            <pc:sldMk cId="2420111496" sldId="377"/>
            <ac:picMk id="9" creationId="{CC8E695A-1ABA-9959-FB7B-1349A53AE952}"/>
          </ac:picMkLst>
        </pc:picChg>
      </pc:sldChg>
      <pc:sldChg chg="addSp delSp modSp mod">
        <pc:chgData name="Kelly Shen" userId="61923391-f666-4580-bbd5-93cbc2473fbf" providerId="ADAL" clId="{B2B18F32-37B1-4111-A3EE-C6D171163679}" dt="2025-12-11T00:36:40.276" v="1274" actId="478"/>
        <pc:sldMkLst>
          <pc:docMk/>
          <pc:sldMk cId="3532521325" sldId="380"/>
        </pc:sldMkLst>
        <pc:spChg chg="del">
          <ac:chgData name="Kelly Shen" userId="61923391-f666-4580-bbd5-93cbc2473fbf" providerId="ADAL" clId="{B2B18F32-37B1-4111-A3EE-C6D171163679}" dt="2025-12-11T00:36:26.902" v="1265" actId="478"/>
          <ac:spMkLst>
            <pc:docMk/>
            <pc:sldMk cId="3532521325" sldId="380"/>
            <ac:spMk id="2" creationId="{06A9527F-0A6F-D671-6DF1-6E8A18340040}"/>
          </ac:spMkLst>
        </pc:spChg>
        <pc:spChg chg="del mod">
          <ac:chgData name="Kelly Shen" userId="61923391-f666-4580-bbd5-93cbc2473fbf" providerId="ADAL" clId="{B2B18F32-37B1-4111-A3EE-C6D171163679}" dt="2025-12-11T00:36:35.208" v="1271" actId="478"/>
          <ac:spMkLst>
            <pc:docMk/>
            <pc:sldMk cId="3532521325" sldId="380"/>
            <ac:spMk id="3" creationId="{829F30F2-5A26-2F16-D9E8-45978ADE514B}"/>
          </ac:spMkLst>
        </pc:spChg>
        <pc:spChg chg="add del mod">
          <ac:chgData name="Kelly Shen" userId="61923391-f666-4580-bbd5-93cbc2473fbf" providerId="ADAL" clId="{B2B18F32-37B1-4111-A3EE-C6D171163679}" dt="2025-12-11T00:36:40.276" v="1274" actId="478"/>
          <ac:spMkLst>
            <pc:docMk/>
            <pc:sldMk cId="3532521325" sldId="380"/>
            <ac:spMk id="5" creationId="{22AAFC9B-25A3-65B1-278A-F4DB4339FFAA}"/>
          </ac:spMkLst>
        </pc:spChg>
        <pc:spChg chg="add del mod">
          <ac:chgData name="Kelly Shen" userId="61923391-f666-4580-bbd5-93cbc2473fbf" providerId="ADAL" clId="{B2B18F32-37B1-4111-A3EE-C6D171163679}" dt="2025-12-11T00:36:36.765" v="1272" actId="478"/>
          <ac:spMkLst>
            <pc:docMk/>
            <pc:sldMk cId="3532521325" sldId="380"/>
            <ac:spMk id="9" creationId="{45213E89-890D-EBA6-E799-35846B541C37}"/>
          </ac:spMkLst>
        </pc:spChg>
        <pc:picChg chg="add mod">
          <ac:chgData name="Kelly Shen" userId="61923391-f666-4580-bbd5-93cbc2473fbf" providerId="ADAL" clId="{B2B18F32-37B1-4111-A3EE-C6D171163679}" dt="2025-12-11T00:36:38.727" v="1273" actId="1076"/>
          <ac:picMkLst>
            <pc:docMk/>
            <pc:sldMk cId="3532521325" sldId="380"/>
            <ac:picMk id="7" creationId="{2CFEAD7B-3943-C987-95FD-779267A44841}"/>
          </ac:picMkLst>
        </pc:picChg>
      </pc:sldChg>
      <pc:sldChg chg="addSp delSp modSp del mod">
        <pc:chgData name="Kelly Shen" userId="61923391-f666-4580-bbd5-93cbc2473fbf" providerId="ADAL" clId="{B2B18F32-37B1-4111-A3EE-C6D171163679}" dt="2025-12-11T01:02:43.637" v="2250" actId="47"/>
        <pc:sldMkLst>
          <pc:docMk/>
          <pc:sldMk cId="1483745558" sldId="381"/>
        </pc:sldMkLst>
        <pc:spChg chg="mod">
          <ac:chgData name="Kelly Shen" userId="61923391-f666-4580-bbd5-93cbc2473fbf" providerId="ADAL" clId="{B2B18F32-37B1-4111-A3EE-C6D171163679}" dt="2025-12-11T00:36:53.824" v="1276" actId="1076"/>
          <ac:spMkLst>
            <pc:docMk/>
            <pc:sldMk cId="1483745558" sldId="381"/>
            <ac:spMk id="3" creationId="{7EE3CDE9-6DCA-E2FE-E6AB-B0CFB987A6B2}"/>
          </ac:spMkLst>
        </pc:spChg>
        <pc:spChg chg="add del mod">
          <ac:chgData name="Kelly Shen" userId="61923391-f666-4580-bbd5-93cbc2473fbf" providerId="ADAL" clId="{B2B18F32-37B1-4111-A3EE-C6D171163679}" dt="2025-12-11T00:34:18.592" v="1244" actId="22"/>
          <ac:spMkLst>
            <pc:docMk/>
            <pc:sldMk cId="1483745558" sldId="381"/>
            <ac:spMk id="4" creationId="{84BD10AD-2755-690A-95E5-34CE7904580C}"/>
          </ac:spMkLst>
        </pc:spChg>
        <pc:spChg chg="del">
          <ac:chgData name="Kelly Shen" userId="61923391-f666-4580-bbd5-93cbc2473fbf" providerId="ADAL" clId="{B2B18F32-37B1-4111-A3EE-C6D171163679}" dt="2025-12-11T00:34:24.931" v="1249" actId="478"/>
          <ac:spMkLst>
            <pc:docMk/>
            <pc:sldMk cId="1483745558" sldId="381"/>
            <ac:spMk id="10" creationId="{566B8355-9FCC-A729-B439-317123160B30}"/>
          </ac:spMkLst>
        </pc:spChg>
        <pc:spChg chg="add del mod">
          <ac:chgData name="Kelly Shen" userId="61923391-f666-4580-bbd5-93cbc2473fbf" providerId="ADAL" clId="{B2B18F32-37B1-4111-A3EE-C6D171163679}" dt="2025-12-11T00:50:53.311" v="1629" actId="478"/>
          <ac:spMkLst>
            <pc:docMk/>
            <pc:sldMk cId="1483745558" sldId="381"/>
            <ac:spMk id="15" creationId="{087F66A6-31F5-8B6B-B12D-7FE9A3BBA9CC}"/>
          </ac:spMkLst>
        </pc:spChg>
        <pc:picChg chg="add del mod ord">
          <ac:chgData name="Kelly Shen" userId="61923391-f666-4580-bbd5-93cbc2473fbf" providerId="ADAL" clId="{B2B18F32-37B1-4111-A3EE-C6D171163679}" dt="2025-12-11T00:50:38.897" v="1621" actId="478"/>
          <ac:picMkLst>
            <pc:docMk/>
            <pc:sldMk cId="1483745558" sldId="381"/>
            <ac:picMk id="6" creationId="{A1DF90EB-B188-F5A5-F33C-B143B95981A0}"/>
          </ac:picMkLst>
        </pc:picChg>
        <pc:picChg chg="del">
          <ac:chgData name="Kelly Shen" userId="61923391-f666-4580-bbd5-93cbc2473fbf" providerId="ADAL" clId="{B2B18F32-37B1-4111-A3EE-C6D171163679}" dt="2025-12-11T00:34:11.855" v="1241" actId="478"/>
          <ac:picMkLst>
            <pc:docMk/>
            <pc:sldMk cId="1483745558" sldId="381"/>
            <ac:picMk id="7" creationId="{C241855C-2FD6-C331-E977-0B1EF04B441E}"/>
          </ac:picMkLst>
        </pc:picChg>
        <pc:picChg chg="del">
          <ac:chgData name="Kelly Shen" userId="61923391-f666-4580-bbd5-93cbc2473fbf" providerId="ADAL" clId="{B2B18F32-37B1-4111-A3EE-C6D171163679}" dt="2025-12-11T00:34:13.129" v="1242" actId="478"/>
          <ac:picMkLst>
            <pc:docMk/>
            <pc:sldMk cId="1483745558" sldId="381"/>
            <ac:picMk id="9" creationId="{4FCC2B11-5BA0-FF08-DEF8-5A91998BF451}"/>
          </ac:picMkLst>
        </pc:picChg>
        <pc:picChg chg="add del mod">
          <ac:chgData name="Kelly Shen" userId="61923391-f666-4580-bbd5-93cbc2473fbf" providerId="ADAL" clId="{B2B18F32-37B1-4111-A3EE-C6D171163679}" dt="2025-12-11T00:50:14.820" v="1615" actId="478"/>
          <ac:picMkLst>
            <pc:docMk/>
            <pc:sldMk cId="1483745558" sldId="381"/>
            <ac:picMk id="11" creationId="{FDD9CC09-4B43-6938-3F60-A29DD7F35E39}"/>
          </ac:picMkLst>
        </pc:picChg>
        <pc:picChg chg="add mod">
          <ac:chgData name="Kelly Shen" userId="61923391-f666-4580-bbd5-93cbc2473fbf" providerId="ADAL" clId="{B2B18F32-37B1-4111-A3EE-C6D171163679}" dt="2025-12-11T00:51:01.399" v="1632" actId="1076"/>
          <ac:picMkLst>
            <pc:docMk/>
            <pc:sldMk cId="1483745558" sldId="381"/>
            <ac:picMk id="13" creationId="{019089CF-B9DC-4AC8-AE69-F0B49E7DDA2A}"/>
          </ac:picMkLst>
        </pc:picChg>
        <pc:picChg chg="add mod">
          <ac:chgData name="Kelly Shen" userId="61923391-f666-4580-bbd5-93cbc2473fbf" providerId="ADAL" clId="{B2B18F32-37B1-4111-A3EE-C6D171163679}" dt="2025-12-11T00:50:57.311" v="1631" actId="1076"/>
          <ac:picMkLst>
            <pc:docMk/>
            <pc:sldMk cId="1483745558" sldId="381"/>
            <ac:picMk id="17" creationId="{28EC32A0-2ADC-1D61-1003-33853FDD9B17}"/>
          </ac:picMkLst>
        </pc:picChg>
      </pc:sldChg>
      <pc:sldChg chg="addSp delSp modSp mod">
        <pc:chgData name="Kelly Shen" userId="61923391-f666-4580-bbd5-93cbc2473fbf" providerId="ADAL" clId="{B2B18F32-37B1-4111-A3EE-C6D171163679}" dt="2025-12-11T01:03:10.885" v="2261" actId="1076"/>
        <pc:sldMkLst>
          <pc:docMk/>
          <pc:sldMk cId="3249052095" sldId="382"/>
        </pc:sldMkLst>
        <pc:spChg chg="mod">
          <ac:chgData name="Kelly Shen" userId="61923391-f666-4580-bbd5-93cbc2473fbf" providerId="ADAL" clId="{B2B18F32-37B1-4111-A3EE-C6D171163679}" dt="2025-12-11T01:02:49.331" v="2256" actId="20577"/>
          <ac:spMkLst>
            <pc:docMk/>
            <pc:sldMk cId="3249052095" sldId="382"/>
            <ac:spMk id="3" creationId="{E3BA1251-C47E-4389-5E39-B04DC3D76C2D}"/>
          </ac:spMkLst>
        </pc:spChg>
        <pc:spChg chg="mod">
          <ac:chgData name="Kelly Shen" userId="61923391-f666-4580-bbd5-93cbc2473fbf" providerId="ADAL" clId="{B2B18F32-37B1-4111-A3EE-C6D171163679}" dt="2025-12-11T01:02:31.419" v="2249" actId="20577"/>
          <ac:spMkLst>
            <pc:docMk/>
            <pc:sldMk cId="3249052095" sldId="382"/>
            <ac:spMk id="18" creationId="{9F14868B-833C-6440-B060-ADC53635ED63}"/>
          </ac:spMkLst>
        </pc:spChg>
        <pc:graphicFrameChg chg="del">
          <ac:chgData name="Kelly Shen" userId="61923391-f666-4580-bbd5-93cbc2473fbf" providerId="ADAL" clId="{B2B18F32-37B1-4111-A3EE-C6D171163679}" dt="2025-12-11T00:38:47.482" v="1347" actId="478"/>
          <ac:graphicFrameMkLst>
            <pc:docMk/>
            <pc:sldMk cId="3249052095" sldId="382"/>
            <ac:graphicFrameMk id="10" creationId="{94E4DAA5-8942-A158-5224-54898B79D1A9}"/>
          </ac:graphicFrameMkLst>
        </pc:graphicFrameChg>
        <pc:picChg chg="add mod">
          <ac:chgData name="Kelly Shen" userId="61923391-f666-4580-bbd5-93cbc2473fbf" providerId="ADAL" clId="{B2B18F32-37B1-4111-A3EE-C6D171163679}" dt="2025-12-11T01:03:10.885" v="2261" actId="1076"/>
          <ac:picMkLst>
            <pc:docMk/>
            <pc:sldMk cId="3249052095" sldId="382"/>
            <ac:picMk id="2" creationId="{284134B4-9C27-F148-8565-F2E0D6586CE1}"/>
          </ac:picMkLst>
        </pc:picChg>
        <pc:picChg chg="del">
          <ac:chgData name="Kelly Shen" userId="61923391-f666-4580-bbd5-93cbc2473fbf" providerId="ADAL" clId="{B2B18F32-37B1-4111-A3EE-C6D171163679}" dt="2025-12-11T00:38:42.726" v="1345" actId="478"/>
          <ac:picMkLst>
            <pc:docMk/>
            <pc:sldMk cId="3249052095" sldId="382"/>
            <ac:picMk id="4" creationId="{BDD70BC4-1EA2-ED99-9D50-1B186C22E354}"/>
          </ac:picMkLst>
        </pc:picChg>
        <pc:picChg chg="add mod">
          <ac:chgData name="Kelly Shen" userId="61923391-f666-4580-bbd5-93cbc2473fbf" providerId="ADAL" clId="{B2B18F32-37B1-4111-A3EE-C6D171163679}" dt="2025-12-11T01:03:08.380" v="2259" actId="1076"/>
          <ac:picMkLst>
            <pc:docMk/>
            <pc:sldMk cId="3249052095" sldId="382"/>
            <ac:picMk id="5" creationId="{F8466689-EE82-0D70-5B4B-30748DB25A49}"/>
          </ac:picMkLst>
        </pc:picChg>
        <pc:picChg chg="del">
          <ac:chgData name="Kelly Shen" userId="61923391-f666-4580-bbd5-93cbc2473fbf" providerId="ADAL" clId="{B2B18F32-37B1-4111-A3EE-C6D171163679}" dt="2025-12-11T00:38:44.042" v="1346" actId="478"/>
          <ac:picMkLst>
            <pc:docMk/>
            <pc:sldMk cId="3249052095" sldId="382"/>
            <ac:picMk id="12" creationId="{0EB357B5-D3D3-78D1-DF27-E98904DE769A}"/>
          </ac:picMkLst>
        </pc:picChg>
        <pc:picChg chg="del">
          <ac:chgData name="Kelly Shen" userId="61923391-f666-4580-bbd5-93cbc2473fbf" providerId="ADAL" clId="{B2B18F32-37B1-4111-A3EE-C6D171163679}" dt="2025-12-11T00:42:37.477" v="1540" actId="478"/>
          <ac:picMkLst>
            <pc:docMk/>
            <pc:sldMk cId="3249052095" sldId="382"/>
            <ac:picMk id="14" creationId="{D0A5C0C8-86FE-0B5E-63F3-19E0FC782A31}"/>
          </ac:picMkLst>
        </pc:picChg>
      </pc:sldChg>
      <pc:sldChg chg="addSp delSp modSp add mod">
        <pc:chgData name="Kelly Shen" userId="61923391-f666-4580-bbd5-93cbc2473fbf" providerId="ADAL" clId="{B2B18F32-37B1-4111-A3EE-C6D171163679}" dt="2025-12-11T01:08:02.964" v="2366" actId="1076"/>
        <pc:sldMkLst>
          <pc:docMk/>
          <pc:sldMk cId="195362836" sldId="383"/>
        </pc:sldMkLst>
        <pc:spChg chg="del">
          <ac:chgData name="Kelly Shen" userId="61923391-f666-4580-bbd5-93cbc2473fbf" providerId="ADAL" clId="{B2B18F32-37B1-4111-A3EE-C6D171163679}" dt="2025-12-11T01:04:57.296" v="2267" actId="478"/>
          <ac:spMkLst>
            <pc:docMk/>
            <pc:sldMk cId="195362836" sldId="383"/>
            <ac:spMk id="2" creationId="{D8DD9597-CA73-EDD1-1C0F-2BD667DC3583}"/>
          </ac:spMkLst>
        </pc:spChg>
        <pc:spChg chg="add del mod">
          <ac:chgData name="Kelly Shen" userId="61923391-f666-4580-bbd5-93cbc2473fbf" providerId="ADAL" clId="{B2B18F32-37B1-4111-A3EE-C6D171163679}" dt="2025-12-11T01:04:59.506" v="2268" actId="478"/>
          <ac:spMkLst>
            <pc:docMk/>
            <pc:sldMk cId="195362836" sldId="383"/>
            <ac:spMk id="4" creationId="{680B55BE-1957-22BB-42FE-9817FBCC66ED}"/>
          </ac:spMkLst>
        </pc:spChg>
        <pc:spChg chg="add mod">
          <ac:chgData name="Kelly Shen" userId="61923391-f666-4580-bbd5-93cbc2473fbf" providerId="ADAL" clId="{B2B18F32-37B1-4111-A3EE-C6D171163679}" dt="2025-12-11T01:08:02.964" v="2366" actId="1076"/>
          <ac:spMkLst>
            <pc:docMk/>
            <pc:sldMk cId="195362836" sldId="383"/>
            <ac:spMk id="8" creationId="{BF80A8B3-2D68-1888-ADDE-22840BAEBAFB}"/>
          </ac:spMkLst>
        </pc:spChg>
        <pc:spChg chg="mod">
          <ac:chgData name="Kelly Shen" userId="61923391-f666-4580-bbd5-93cbc2473fbf" providerId="ADAL" clId="{B2B18F32-37B1-4111-A3EE-C6D171163679}" dt="2025-12-11T01:07:27.595" v="2345" actId="1076"/>
          <ac:spMkLst>
            <pc:docMk/>
            <pc:sldMk cId="195362836" sldId="383"/>
            <ac:spMk id="12" creationId="{D9B0AE23-C959-048D-8FDE-BDB587928D7C}"/>
          </ac:spMkLst>
        </pc:spChg>
        <pc:picChg chg="add mod">
          <ac:chgData name="Kelly Shen" userId="61923391-f666-4580-bbd5-93cbc2473fbf" providerId="ADAL" clId="{B2B18F32-37B1-4111-A3EE-C6D171163679}" dt="2025-12-11T01:07:55.854" v="2364" actId="1076"/>
          <ac:picMkLst>
            <pc:docMk/>
            <pc:sldMk cId="195362836" sldId="383"/>
            <ac:picMk id="6" creationId="{03075D7D-54A5-A282-242B-DDCA4FD25CAA}"/>
          </ac:picMkLst>
        </pc:picChg>
        <pc:picChg chg="del">
          <ac:chgData name="Kelly Shen" userId="61923391-f666-4580-bbd5-93cbc2473fbf" providerId="ADAL" clId="{B2B18F32-37B1-4111-A3EE-C6D171163679}" dt="2025-12-11T01:04:55.693" v="2266" actId="478"/>
          <ac:picMkLst>
            <pc:docMk/>
            <pc:sldMk cId="195362836" sldId="383"/>
            <ac:picMk id="9" creationId="{CB201722-D6B5-AB1F-7053-D549BE9B6511}"/>
          </ac:picMkLst>
        </pc:picChg>
      </pc:sldChg>
      <pc:sldChg chg="addSp delSp modSp add del mod">
        <pc:chgData name="Kelly Shen" userId="61923391-f666-4580-bbd5-93cbc2473fbf" providerId="ADAL" clId="{B2B18F32-37B1-4111-A3EE-C6D171163679}" dt="2025-12-11T00:38:35.094" v="1329" actId="47"/>
        <pc:sldMkLst>
          <pc:docMk/>
          <pc:sldMk cId="286560708" sldId="384"/>
        </pc:sldMkLst>
        <pc:spChg chg="add mod">
          <ac:chgData name="Kelly Shen" userId="61923391-f666-4580-bbd5-93cbc2473fbf" providerId="ADAL" clId="{B2B18F32-37B1-4111-A3EE-C6D171163679}" dt="2025-12-11T00:38:16.053" v="1319" actId="20577"/>
          <ac:spMkLst>
            <pc:docMk/>
            <pc:sldMk cId="286560708" sldId="384"/>
            <ac:spMk id="2" creationId="{F4082156-644C-3379-B282-FF34681F704F}"/>
          </ac:spMkLst>
        </pc:spChg>
        <pc:spChg chg="add mod">
          <ac:chgData name="Kelly Shen" userId="61923391-f666-4580-bbd5-93cbc2473fbf" providerId="ADAL" clId="{B2B18F32-37B1-4111-A3EE-C6D171163679}" dt="2025-12-11T00:38:31.648" v="1328" actId="1076"/>
          <ac:spMkLst>
            <pc:docMk/>
            <pc:sldMk cId="286560708" sldId="384"/>
            <ac:spMk id="3" creationId="{6515817A-8E0F-66F3-1770-0DF95B80E92D}"/>
          </ac:spMkLst>
        </pc:spChg>
        <pc:picChg chg="del">
          <ac:chgData name="Kelly Shen" userId="61923391-f666-4580-bbd5-93cbc2473fbf" providerId="ADAL" clId="{B2B18F32-37B1-4111-A3EE-C6D171163679}" dt="2025-12-11T00:36:58.972" v="1277" actId="478"/>
          <ac:picMkLst>
            <pc:docMk/>
            <pc:sldMk cId="286560708" sldId="384"/>
            <ac:picMk id="7" creationId="{C34EFFD5-9A96-4055-792F-EABB414FAD1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36707C-FFD0-4A2F-9FD7-C50A2136AB65}" type="datetimeFigureOut">
              <a:rPr lang="en-US" smtClean="0">
                <a:latin typeface="Arial" panose="020B0604020202020204" pitchFamily="34" charset="0"/>
              </a:rPr>
              <a:t>12/10/2025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3093A-05D3-4B7C-9517-AA8DE89391D8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13:41:00.91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13:41:01.72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846.66669"/>
      <inkml:brushProperty name="anchorY" value="-846.66669"/>
      <inkml:brushProperty name="scaleFactor" value="0.5"/>
    </inkml:brush>
  </inkml:definitions>
  <inkml:trace contextRef="#ctx0" brushRef="#br0">0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13:41:02.30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693.33337"/>
      <inkml:brushProperty name="anchorY" value="-1693.33337"/>
      <inkml:brushProperty name="scaleFactor" value="0.5"/>
    </inkml:brush>
  </inkml:definitions>
  <inkml:trace contextRef="#ctx0" brushRef="#br0">0 0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13:41:03.42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540"/>
      <inkml:brushProperty name="anchorY" value="-2540"/>
      <inkml:brushProperty name="scaleFactor" value="0.5"/>
    </inkml:brush>
  </inkml:definitions>
  <inkml:trace contextRef="#ctx0" brushRef="#br0">1 1 24575,'0'0'0,"0"5"0,0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13:41:04.10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386.66675"/>
      <inkml:brushProperty name="anchorY" value="-3397.69531"/>
      <inkml:brushProperty name="scaleFactor" value="0.5"/>
    </inkml:brush>
  </inkml:definitions>
  <inkml:trace contextRef="#ctx0" brushRef="#br0">1 1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13:41:00.91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0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13:41:01.72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846.66669"/>
      <inkml:brushProperty name="anchorY" value="-846.66669"/>
      <inkml:brushProperty name="scaleFactor" value="0.5"/>
    </inkml:brush>
  </inkml:definitions>
  <inkml:trace contextRef="#ctx0" brushRef="#br0">0 0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13:41:02.30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693.33337"/>
      <inkml:brushProperty name="anchorY" value="-1693.33337"/>
      <inkml:brushProperty name="scaleFactor" value="0.5"/>
    </inkml:brush>
  </inkml:definitions>
  <inkml:trace contextRef="#ctx0" brushRef="#br0">0 0 24575,'0'0'0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13:41:03.42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540"/>
      <inkml:brushProperty name="anchorY" value="-2540"/>
      <inkml:brushProperty name="scaleFactor" value="0.5"/>
    </inkml:brush>
  </inkml:definitions>
  <inkml:trace contextRef="#ctx0" brushRef="#br0">1 1 24575,'0'0'0,"0"5"0,0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13:41:04.10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386.66675"/>
      <inkml:brushProperty name="anchorY" value="-3397.69531"/>
      <inkml:brushProperty name="scaleFactor" value="0.5"/>
    </inkml:brush>
  </inkml:definitions>
  <inkml:trace contextRef="#ctx0" brushRef="#br0">1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93DD793-0E92-4F94-808F-3FBA84AF41B3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64E7DF5D-39DC-4EDB-B2ED-27FEB6DD42CA}" type="slidenum">
              <a:rPr lang="en-CA" smtClean="0"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D03E7-BE64-8222-827A-7B686A6AD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94211-AE8C-38CD-D3DE-5503F91F4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9FF663-2AFA-86E9-40B7-CA6278C4C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We also did a performance attribution to break down the excess return into asset allocation and security selection effects. </a:t>
            </a:r>
          </a:p>
          <a:p>
            <a:r>
              <a:rPr lang="en-US" dirty="0"/>
              <a:t>From the graph we can see that our fund underperform the benchmark in both allocation and selection. </a:t>
            </a:r>
          </a:p>
          <a:p>
            <a:r>
              <a:rPr lang="en-US" dirty="0"/>
              <a:t>The best allocation is the Real Estate sector where we allocate 12% more than the benchmark, but we did bad in allocating the financial sector so it detracted 1.3% value add</a:t>
            </a:r>
          </a:p>
          <a:p>
            <a:r>
              <a:rPr lang="en-US" dirty="0"/>
              <a:t>For security selection. </a:t>
            </a:r>
          </a:p>
          <a:p>
            <a:r>
              <a:rPr lang="en-US" dirty="0"/>
              <a:t>For the security </a:t>
            </a:r>
            <a:r>
              <a:rPr lang="en-US" dirty="0" err="1"/>
              <a:t>selction</a:t>
            </a:r>
            <a:r>
              <a:rPr lang="en-US" dirty="0"/>
              <a:t>, the Information Technology manger was able to identify stocks that performs better than the </a:t>
            </a:r>
            <a:r>
              <a:rPr lang="en-US" dirty="0" err="1"/>
              <a:t>benckmark</a:t>
            </a:r>
            <a:r>
              <a:rPr lang="en-US" dirty="0"/>
              <a:t> IT stock which creates  0.4% value add.</a:t>
            </a:r>
          </a:p>
          <a:p>
            <a:r>
              <a:rPr lang="en-US" dirty="0"/>
              <a:t> However, the energy manager failed at identifying better stocks and we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DFF5D-4A9A-D8E9-2A5B-9FD4004B29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7DF5D-39DC-4EDB-B2ED-27FEB6DD42CA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0993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3D9EB-65F2-FF8F-0086-F373F0990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33403-C507-ACA4-C8C9-109209763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971F7E-C60E-EA84-4C2C-38AF4B68A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We also did a performance attribution to break down the excess return into asset allocation and security selection effects. </a:t>
            </a:r>
          </a:p>
          <a:p>
            <a:r>
              <a:rPr lang="en-US" dirty="0"/>
              <a:t>From the graph we can see that our fund underperform the benchmark in both allocation and selection. </a:t>
            </a:r>
          </a:p>
          <a:p>
            <a:r>
              <a:rPr lang="en-US" dirty="0"/>
              <a:t>The best allocation is the Real Estate sector where we allocate 12% more than the benchmark, but we did bad in allocating the financial sector so it detracted 1.3% value add</a:t>
            </a:r>
          </a:p>
          <a:p>
            <a:r>
              <a:rPr lang="en-US" dirty="0"/>
              <a:t>For security selection. </a:t>
            </a:r>
          </a:p>
          <a:p>
            <a:r>
              <a:rPr lang="en-US" dirty="0"/>
              <a:t>For the security </a:t>
            </a:r>
            <a:r>
              <a:rPr lang="en-US" dirty="0" err="1"/>
              <a:t>selction</a:t>
            </a:r>
            <a:r>
              <a:rPr lang="en-US" dirty="0"/>
              <a:t>, the Information Technology manger was able to identify stocks that performs better than the </a:t>
            </a:r>
            <a:r>
              <a:rPr lang="en-US" dirty="0" err="1"/>
              <a:t>benckmark</a:t>
            </a:r>
            <a:r>
              <a:rPr lang="en-US" dirty="0"/>
              <a:t> IT stock which creates  0.4% value add.</a:t>
            </a:r>
          </a:p>
          <a:p>
            <a:r>
              <a:rPr lang="en-US" dirty="0"/>
              <a:t> However, the energy manager failed at identifying better stocks and we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456BF-5DC1-EC96-F85F-825AFE814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7DF5D-39DC-4EDB-B2ED-27FEB6DD42CA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4198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3149600"/>
            <a:ext cx="9144000" cy="3708400"/>
          </a:xfrm>
          <a:prstGeom prst="rect">
            <a:avLst/>
          </a:prstGeom>
          <a:solidFill>
            <a:srgbClr val="06295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8650" y="1056641"/>
            <a:ext cx="8354950" cy="1757680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rgbClr val="062958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3429000"/>
            <a:ext cx="8354949" cy="1655762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241466"/>
            <a:ext cx="9144000" cy="616534"/>
          </a:xfrm>
          <a:prstGeom prst="rect">
            <a:avLst/>
          </a:prstGeom>
          <a:solidFill>
            <a:srgbClr val="0629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888" y="1614359"/>
            <a:ext cx="8615934" cy="4603878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8650" indent="-285750">
              <a:buFontTx/>
              <a:buChar char="‒"/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246888" y="791137"/>
            <a:ext cx="8615934" cy="549696"/>
          </a:xfrm>
          <a:noFill/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06295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CA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8"/>
          </p:nvPr>
        </p:nvSpPr>
        <p:spPr>
          <a:xfrm>
            <a:off x="2393389" y="6367171"/>
            <a:ext cx="5872457" cy="365124"/>
          </a:xfrm>
        </p:spPr>
        <p:txBody>
          <a:bodyPr>
            <a:normAutofit/>
          </a:bodyPr>
          <a:lstStyle>
            <a:lvl1pPr marL="0" indent="0">
              <a:buNone/>
              <a:defRPr sz="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CA"/>
          </a:p>
        </p:txBody>
      </p:sp>
      <p:sp>
        <p:nvSpPr>
          <p:cNvPr id="18" name="Slide Number Placeholder 5"/>
          <p:cNvSpPr txBox="1"/>
          <p:nvPr userDrawn="1"/>
        </p:nvSpPr>
        <p:spPr>
          <a:xfrm>
            <a:off x="6832908" y="636717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503A6CA-53EA-4DDB-9C66-A88E0CE1D320}" type="slidenum">
              <a:rPr lang="en-CA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CA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3C6F4D-76DD-62CE-C398-352E0247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6893C-339F-B10D-54FC-FB22D2EAB7B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oleObject" Target="../embeddings/oleObject1.bin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customXml" Target="../ink/ink4.xml"/><Relationship Id="rId1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5.png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customXml" Target="../ink/ink10.xml"/><Relationship Id="rId5" Type="http://schemas.openxmlformats.org/officeDocument/2006/relationships/customXml" Target="../ink/ink7.xml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customXml" Target="../ink/ink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83780" y="955767"/>
            <a:ext cx="7849567" cy="625383"/>
          </a:xfr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 b="1" dirty="0"/>
              <a:t>Credit Value at Risk</a:t>
            </a:r>
            <a:endParaRPr lang="en-CA" b="1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83780" y="3429000"/>
            <a:ext cx="8699820" cy="1847850"/>
          </a:xfrm>
        </p:spPr>
        <p:txBody>
          <a:bodyPr>
            <a:norm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CA" dirty="0"/>
              <a:t>Wenyu (Kelly) Shen</a:t>
            </a:r>
          </a:p>
        </p:txBody>
      </p:sp>
      <p:sp>
        <p:nvSpPr>
          <p:cNvPr id="2" name="Rectangle 1"/>
          <p:cNvSpPr/>
          <p:nvPr/>
        </p:nvSpPr>
        <p:spPr>
          <a:xfrm>
            <a:off x="283780" y="6227379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December 10,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659A0-41D3-55F8-FE09-397B6DBA3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FEAD7B-3943-C987-95FD-779267A44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18" y="639763"/>
            <a:ext cx="8760304" cy="444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521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33A80-5D80-6D03-8ED0-6AD5BA89C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BA1251-C47E-4389-5E39-B04DC3D76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" y="82513"/>
            <a:ext cx="8615934" cy="549696"/>
          </a:xfrm>
        </p:spPr>
        <p:txBody>
          <a:bodyPr/>
          <a:lstStyle/>
          <a:p>
            <a:r>
              <a:rPr lang="en-CA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Result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14868B-833C-6440-B060-ADC53635ED63}"/>
              </a:ext>
            </a:extLst>
          </p:cNvPr>
          <p:cNvSpPr txBox="1"/>
          <p:nvPr/>
        </p:nvSpPr>
        <p:spPr>
          <a:xfrm>
            <a:off x="246888" y="703368"/>
            <a:ext cx="866699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300" dirty="0">
                <a:solidFill>
                  <a:srgbClr val="000000"/>
                </a:solidFill>
              </a:rPr>
              <a:t>Approach A: Multivariate Gaussian Distribution; </a:t>
            </a:r>
          </a:p>
          <a:p>
            <a:r>
              <a:rPr lang="en-CA" sz="1300" dirty="0">
                <a:solidFill>
                  <a:srgbClr val="000000"/>
                </a:solidFill>
              </a:rPr>
              <a:t>Approach B: Gaussian Copula</a:t>
            </a:r>
          </a:p>
          <a:p>
            <a:endParaRPr lang="en-CA" sz="1300" dirty="0">
              <a:solidFill>
                <a:srgbClr val="000000"/>
              </a:solidFill>
            </a:endParaRPr>
          </a:p>
          <a:p>
            <a:r>
              <a:rPr lang="en-CA" sz="1300" dirty="0">
                <a:solidFill>
                  <a:srgbClr val="000000"/>
                </a:solidFill>
              </a:rPr>
              <a:t>Summary: The </a:t>
            </a:r>
            <a:r>
              <a:rPr lang="en-CA" sz="1300" dirty="0" err="1">
                <a:solidFill>
                  <a:srgbClr val="000000"/>
                </a:solidFill>
              </a:rPr>
              <a:t>VaR</a:t>
            </a:r>
            <a:r>
              <a:rPr lang="en-CA" sz="1300" dirty="0">
                <a:solidFill>
                  <a:srgbClr val="000000"/>
                </a:solidFill>
              </a:rPr>
              <a:t> and ES for approach B is higher than the approach A. </a:t>
            </a:r>
            <a:endParaRPr lang="en-CA" sz="1000" dirty="0">
              <a:solidFill>
                <a:srgbClr val="000000"/>
              </a:solidFill>
            </a:endParaRPr>
          </a:p>
          <a:p>
            <a:endParaRPr lang="en-CA" sz="1300" dirty="0">
              <a:solidFill>
                <a:srgbClr val="000000"/>
              </a:solidFill>
            </a:endParaRPr>
          </a:p>
          <a:p>
            <a:r>
              <a:rPr lang="en-CA" sz="1300" dirty="0">
                <a:solidFill>
                  <a:srgbClr val="000000"/>
                </a:solidFill>
              </a:rPr>
              <a:t>Reason:</a:t>
            </a:r>
          </a:p>
          <a:p>
            <a:pPr marL="342900" indent="-342900">
              <a:buAutoNum type="arabicPeriod"/>
            </a:pPr>
            <a:r>
              <a:rPr lang="en-CA" sz="1100" dirty="0">
                <a:solidFill>
                  <a:srgbClr val="000000"/>
                </a:solidFill>
              </a:rPr>
              <a:t>For multivariate gaussian, the behind steps is utilized the Cholesky Decomposition and the correlation covariance matrix, to simulate N (# of bonds) normal random variables, that satisfied the correlation requirement. The generated distribution is symmetric, thin-tailed and unable to generate the large downward jumps and underestimates tail risks.</a:t>
            </a:r>
          </a:p>
          <a:p>
            <a:pPr marL="342900" indent="-342900">
              <a:buAutoNum type="arabicPeriod"/>
            </a:pPr>
            <a:endParaRPr lang="en-CA" sz="1100" dirty="0">
              <a:solidFill>
                <a:srgbClr val="000000"/>
              </a:solidFill>
            </a:endParaRPr>
          </a:p>
          <a:p>
            <a:pPr marL="342900" indent="-342900">
              <a:buAutoNum type="arabicPeriod"/>
            </a:pPr>
            <a:r>
              <a:rPr lang="en-CA" sz="1100" dirty="0">
                <a:solidFill>
                  <a:srgbClr val="000000"/>
                </a:solidFill>
              </a:rPr>
              <a:t>The Gaussian Copula has an extra steps of credit state mapping, and </a:t>
            </a:r>
            <a:r>
              <a:rPr lang="en-US" sz="1100" dirty="0">
                <a:solidFill>
                  <a:srgbClr val="000000"/>
                </a:solidFill>
              </a:rPr>
              <a:t>preserves the true discrete credit migration tail risk and </a:t>
            </a:r>
            <a:r>
              <a:rPr lang="en-US" sz="1100" dirty="0" err="1">
                <a:solidFill>
                  <a:srgbClr val="000000"/>
                </a:solidFill>
              </a:rPr>
              <a:t>and</a:t>
            </a:r>
            <a:r>
              <a:rPr lang="en-US" sz="1100" dirty="0">
                <a:solidFill>
                  <a:srgbClr val="000000"/>
                </a:solidFill>
              </a:rPr>
              <a:t> produces higher loss predictions compared with the approach A.</a:t>
            </a:r>
            <a:endParaRPr lang="en-CA" sz="1100" dirty="0">
              <a:solidFill>
                <a:srgbClr val="000000"/>
              </a:solidFill>
            </a:endParaRPr>
          </a:p>
          <a:p>
            <a:pPr marL="342900" indent="-342900">
              <a:buAutoNum type="arabicPeriod"/>
            </a:pPr>
            <a:endParaRPr lang="en-CA" sz="1300" dirty="0">
              <a:solidFill>
                <a:srgbClr val="000000"/>
              </a:solidFill>
            </a:endParaRPr>
          </a:p>
          <a:p>
            <a:endParaRPr lang="en-CA" dirty="0">
              <a:solidFill>
                <a:srgbClr val="000000"/>
              </a:solidFill>
            </a:endParaRPr>
          </a:p>
          <a:p>
            <a:endParaRPr lang="en-CA" dirty="0">
              <a:solidFill>
                <a:srgbClr val="000000"/>
              </a:solidFill>
            </a:endParaRPr>
          </a:p>
        </p:txBody>
      </p:sp>
      <p:pic>
        <p:nvPicPr>
          <p:cNvPr id="2" name="Picture 1" descr="A graph of a loss&#10;&#10;AI-generated content may be incorrect.">
            <a:extLst>
              <a:ext uri="{FF2B5EF4-FFF2-40B4-BE49-F238E27FC236}">
                <a16:creationId xmlns:a16="http://schemas.microsoft.com/office/drawing/2014/main" id="{284134B4-9C27-F148-8565-F2E0D6586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27" y="3039925"/>
            <a:ext cx="5038654" cy="3170099"/>
          </a:xfrm>
          <a:prstGeom prst="rect">
            <a:avLst/>
          </a:prstGeom>
        </p:spPr>
      </p:pic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F8466689-EE82-0D70-5B4B-30748DB25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768" y="3100481"/>
            <a:ext cx="3768505" cy="92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052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01910" y="1585704"/>
            <a:ext cx="8540180" cy="1318260"/>
          </a:xfrm>
        </p:spPr>
        <p:txBody>
          <a:bodyPr vert="horz" lIns="0" tIns="45720" rIns="0" bIns="45720" rtlCol="0" anchor="b">
            <a:normAutofit/>
          </a:bodyPr>
          <a:lstStyle/>
          <a:p>
            <a:r>
              <a:rPr lang="en-CA" b="1" dirty="0"/>
              <a:t>Thank you!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562B-607F-2025-000D-5B1B9E508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66F224F-3A51-9204-D53C-DBECAB8F9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244" y="76767"/>
            <a:ext cx="8615934" cy="549696"/>
          </a:xfrm>
        </p:spPr>
        <p:txBody>
          <a:bodyPr>
            <a:normAutofit fontScale="90000"/>
          </a:bodyPr>
          <a:lstStyle/>
          <a:p>
            <a:pPr>
              <a:lnSpc>
                <a:spcPct val="250000"/>
              </a:lnSpc>
            </a:pPr>
            <a:r>
              <a:rPr lang="en-CA" sz="2800" dirty="0">
                <a:solidFill>
                  <a:srgbClr val="062958"/>
                </a:solidFill>
              </a:rPr>
              <a:t>Appendix 1: Code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9B53D0A-27F5-C5CD-B48D-CA78BC4B4FA2}"/>
                  </a:ext>
                </a:extLst>
              </p14:cNvPr>
              <p14:cNvContentPartPr/>
              <p14:nvPr/>
            </p14:nvContentPartPr>
            <p14:xfrm>
              <a:off x="4165680" y="1138040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4167800-7FCD-2650-9CE4-787257371D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56680" y="112904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71EDB03-CC51-7A2A-CA6E-6E2228AFFD9A}"/>
                  </a:ext>
                </a:extLst>
              </p14:cNvPr>
              <p14:cNvContentPartPr/>
              <p14:nvPr/>
            </p14:nvContentPartPr>
            <p14:xfrm>
              <a:off x="4490400" y="823040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A389597-3175-A9FA-4E68-73AA2DA1799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81400" y="81404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AE78CCC-04A7-1D24-3B27-964FA023BC32}"/>
                  </a:ext>
                </a:extLst>
              </p14:cNvPr>
              <p14:cNvContentPartPr/>
              <p14:nvPr/>
            </p14:nvContentPartPr>
            <p14:xfrm>
              <a:off x="4084320" y="2570480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FF9976B-5EA4-D276-EEFF-E409FB52625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75320" y="256148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89641FC-11C5-04FD-208C-0C5C9818AC8E}"/>
                  </a:ext>
                </a:extLst>
              </p14:cNvPr>
              <p14:cNvContentPartPr/>
              <p14:nvPr/>
            </p14:nvContentPartPr>
            <p14:xfrm>
              <a:off x="8320800" y="2316320"/>
              <a:ext cx="360" cy="43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F11F928-936C-A8F5-0AD5-6C331F281F4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312160" y="2307680"/>
                <a:ext cx="1800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C79EC96-F351-B54E-087B-73B8F82DFDB8}"/>
                  </a:ext>
                </a:extLst>
              </p14:cNvPr>
              <p14:cNvContentPartPr/>
              <p14:nvPr/>
            </p14:nvContentPartPr>
            <p14:xfrm>
              <a:off x="4602000" y="3047840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ECBA377-EBC2-1697-DF62-5FEBCBAA735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93360" y="3039200"/>
                <a:ext cx="18000" cy="18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F6C9D42-C031-7468-BF70-F705CA7AB5DF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736529"/>
              </p:ext>
            </p:extLst>
          </p:nvPr>
        </p:nvGraphicFramePr>
        <p:xfrm>
          <a:off x="392979" y="1206359"/>
          <a:ext cx="91440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13" imgW="914573" imgH="783771" progId="Package">
                  <p:embed/>
                </p:oleObj>
              </mc:Choice>
              <mc:Fallback>
                <p:oleObj name="Packager Shell Object" showAsIcon="1" r:id="rId13" imgW="914573" imgH="783771" progId="Package">
                  <p:embed/>
                  <p:pic>
                    <p:nvPicPr>
                      <p:cNvPr id="6" name="Content Placeholder 5">
                        <a:extLst>
                          <a:ext uri="{FF2B5EF4-FFF2-40B4-BE49-F238E27FC236}">
                            <a16:creationId xmlns:a16="http://schemas.microsoft.com/office/drawing/2014/main" id="{8F6C9D42-C031-7468-BF70-F705CA7AB5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2979" y="1206359"/>
                        <a:ext cx="914400" cy="784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0111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57B46-92C9-1685-1A87-D3CC310C9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D9B0AE23-C959-048D-8FDE-BDB587928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305" y="23150"/>
            <a:ext cx="8615934" cy="549696"/>
          </a:xfrm>
        </p:spPr>
        <p:txBody>
          <a:bodyPr>
            <a:normAutofit fontScale="90000"/>
          </a:bodyPr>
          <a:lstStyle/>
          <a:p>
            <a:pPr>
              <a:lnSpc>
                <a:spcPct val="250000"/>
              </a:lnSpc>
            </a:pPr>
            <a:r>
              <a:rPr lang="en-CA" sz="2800" dirty="0">
                <a:solidFill>
                  <a:srgbClr val="062958"/>
                </a:solidFill>
              </a:rPr>
              <a:t>Appendix 2: Examples from Book 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0407CF8-5612-9745-40FE-C6DD6B4362F2}"/>
                  </a:ext>
                </a:extLst>
              </p14:cNvPr>
              <p14:cNvContentPartPr/>
              <p14:nvPr/>
            </p14:nvContentPartPr>
            <p14:xfrm>
              <a:off x="4165680" y="1138040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4167800-7FCD-2650-9CE4-787257371D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56680" y="112904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EEC94D4-81C8-B60B-5B12-32FA83FB14EC}"/>
                  </a:ext>
                </a:extLst>
              </p14:cNvPr>
              <p14:cNvContentPartPr/>
              <p14:nvPr/>
            </p14:nvContentPartPr>
            <p14:xfrm>
              <a:off x="4490400" y="823040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A389597-3175-A9FA-4E68-73AA2DA1799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81400" y="81404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CB7A915-E729-E197-6E03-D41C106904C8}"/>
                  </a:ext>
                </a:extLst>
              </p14:cNvPr>
              <p14:cNvContentPartPr/>
              <p14:nvPr/>
            </p14:nvContentPartPr>
            <p14:xfrm>
              <a:off x="4084320" y="2570480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FF9976B-5EA4-D276-EEFF-E409FB52625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75320" y="256148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FAD4AC9-00CC-B511-F5C9-219C4FE394CD}"/>
                  </a:ext>
                </a:extLst>
              </p14:cNvPr>
              <p14:cNvContentPartPr/>
              <p14:nvPr/>
            </p14:nvContentPartPr>
            <p14:xfrm>
              <a:off x="8320800" y="2316320"/>
              <a:ext cx="360" cy="43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F11F928-936C-A8F5-0AD5-6C331F281F4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312160" y="2307680"/>
                <a:ext cx="1800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2416E38-96B6-A1D4-3595-80F39B6586ED}"/>
                  </a:ext>
                </a:extLst>
              </p14:cNvPr>
              <p14:cNvContentPartPr/>
              <p14:nvPr/>
            </p14:nvContentPartPr>
            <p14:xfrm>
              <a:off x="4602000" y="3047840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ECBA377-EBC2-1697-DF62-5FEBCBAA735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93360" y="303920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 descr="A paper with text and numbers&#10;&#10;AI-generated content may be incorrect.">
            <a:extLst>
              <a:ext uri="{FF2B5EF4-FFF2-40B4-BE49-F238E27FC236}">
                <a16:creationId xmlns:a16="http://schemas.microsoft.com/office/drawing/2014/main" id="{03075D7D-54A5-A282-242B-DDCA4FD25CA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5305" y="953254"/>
            <a:ext cx="4255095" cy="51904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80A8B3-2D68-1888-ADDE-22840BAEBAFB}"/>
              </a:ext>
            </a:extLst>
          </p:cNvPr>
          <p:cNvSpPr txBox="1"/>
          <p:nvPr/>
        </p:nvSpPr>
        <p:spPr>
          <a:xfrm>
            <a:off x="282064" y="714264"/>
            <a:ext cx="52822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00" dirty="0">
                <a:solidFill>
                  <a:schemeClr val="tx2"/>
                </a:solidFill>
              </a:rPr>
              <a:t>Options, Futures and Other Derivatives, John Hull. (Page 582)</a:t>
            </a:r>
          </a:p>
        </p:txBody>
      </p:sp>
    </p:spTree>
    <p:extLst>
      <p:ext uri="{BB962C8B-B14F-4D97-AF65-F5344CB8AC3E}">
        <p14:creationId xmlns:p14="http://schemas.microsoft.com/office/powerpoint/2010/main" val="195362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otman">
      <a:dk1>
        <a:srgbClr val="E20778"/>
      </a:dk1>
      <a:lt1>
        <a:srgbClr val="FFFFFF"/>
      </a:lt1>
      <a:dk2>
        <a:srgbClr val="000000"/>
      </a:dk2>
      <a:lt2>
        <a:srgbClr val="004990"/>
      </a:lt2>
      <a:accent1>
        <a:srgbClr val="088466"/>
      </a:accent1>
      <a:accent2>
        <a:srgbClr val="0676D8"/>
      </a:accent2>
      <a:accent3>
        <a:srgbClr val="B6CD2D"/>
      </a:accent3>
      <a:accent4>
        <a:srgbClr val="FCAF17"/>
      </a:accent4>
      <a:accent5>
        <a:srgbClr val="F17F84"/>
      </a:accent5>
      <a:accent6>
        <a:srgbClr val="41C3DC"/>
      </a:accent6>
      <a:hlink>
        <a:srgbClr val="022CC4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3F30C66C0D614ABD93D08711202398" ma:contentTypeVersion="7" ma:contentTypeDescription="Create a new document." ma:contentTypeScope="" ma:versionID="01ac8a53c8b177ecd023dadcb391e8fc">
  <xsd:schema xmlns:xsd="http://www.w3.org/2001/XMLSchema" xmlns:xs="http://www.w3.org/2001/XMLSchema" xmlns:p="http://schemas.microsoft.com/office/2006/metadata/properties" xmlns:ns3="82d69006-097f-4676-8005-d7d7a931eb27" xmlns:ns4="90a034ee-c6b5-432c-9906-88d530eaad25" targetNamespace="http://schemas.microsoft.com/office/2006/metadata/properties" ma:root="true" ma:fieldsID="1c99e6d256cee7a035913ff0a5c19dc8" ns3:_="" ns4:_="">
    <xsd:import namespace="82d69006-097f-4676-8005-d7d7a931eb27"/>
    <xsd:import namespace="90a034ee-c6b5-432c-9906-88d530eaad2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d69006-097f-4676-8005-d7d7a931eb2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a034ee-c6b5-432c-9906-88d530eaad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ED736DE-84A1-4EE3-9602-2D7368952D53}">
  <ds:schemaRefs>
    <ds:schemaRef ds:uri="http://schemas.microsoft.com/office/2006/documentManagement/types"/>
    <ds:schemaRef ds:uri="82d69006-097f-4676-8005-d7d7a931eb27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terms/"/>
    <ds:schemaRef ds:uri="http://purl.org/dc/elements/1.1/"/>
    <ds:schemaRef ds:uri="http://purl.org/dc/dcmitype/"/>
    <ds:schemaRef ds:uri="90a034ee-c6b5-432c-9906-88d530eaad25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D4671B63-C7D8-4E84-8E69-DFEDD86FCDF5}">
  <ds:schemaRefs/>
</ds:datastoreItem>
</file>

<file path=customXml/itemProps3.xml><?xml version="1.0" encoding="utf-8"?>
<ds:datastoreItem xmlns:ds="http://schemas.openxmlformats.org/officeDocument/2006/customXml" ds:itemID="{D0AEFE03-001E-40A1-A307-D8C114E670FA}">
  <ds:schemaRefs/>
</ds:datastoreItem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815</TotalTime>
  <Words>397</Words>
  <Application>Microsoft Office PowerPoint</Application>
  <PresentationFormat>On-screen Show (4:3)</PresentationFormat>
  <Paragraphs>34</Paragraphs>
  <Slides>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Office Theme</vt:lpstr>
      <vt:lpstr>Package</vt:lpstr>
      <vt:lpstr>Credit Value at Risk</vt:lpstr>
      <vt:lpstr>PowerPoint Presentation</vt:lpstr>
      <vt:lpstr>Result</vt:lpstr>
      <vt:lpstr>Thank you!</vt:lpstr>
      <vt:lpstr>Appendix 1: Code</vt:lpstr>
      <vt:lpstr>Appendix 2: Examples from Book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Chung</dc:creator>
  <cp:lastModifiedBy>Kelly Shen</cp:lastModifiedBy>
  <cp:revision>23</cp:revision>
  <dcterms:created xsi:type="dcterms:W3CDTF">2021-04-07T13:12:00Z</dcterms:created>
  <dcterms:modified xsi:type="dcterms:W3CDTF">2025-12-11T01:15:13Z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0x010100143F30C66C0D614ABD93D08711202398</vt:lpwstr>
  </property>
  <property fmtid="{D5CDD505-2E9C-101B-9397-08002B2CF9AE}" pid="3" name="ICV">
    <vt:lpwstr>06D7419BE4D04F84931DFB8A1C5BB0DB_13</vt:lpwstr>
  </property>
  <property fmtid="{D5CDD505-2E9C-101B-9397-08002B2CF9AE}" pid="4" name="KSOProductBuildVer">
    <vt:lpwstr>2052-12.1.0.16250</vt:lpwstr>
  </property>
</Properties>
</file>